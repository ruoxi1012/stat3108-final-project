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1e022f33a450b" /><Relationship Type="http://schemas.openxmlformats.org/officeDocument/2006/relationships/extended-properties" Target="/docProps/app.xml" Id="Raaac306148e242fb" /><Relationship Type="http://schemas.openxmlformats.org/officeDocument/2006/relationships/officeDocument" Target="/ppt/presentation.xml" Id="R1fa2a74f37f040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c97b821fa4536"/>
  </p:sldMasterIdLst>
  <p:notesMasterIdLst>
    <p:notesMasterId xmlns:r="http://schemas.openxmlformats.org/officeDocument/2006/relationships" r:id="R8d113f0d3e21476b"/>
  </p:notesMasterIdLst>
  <p:sldIdLst>
    <p:sldId xmlns:r="http://schemas.openxmlformats.org/officeDocument/2006/relationships" id="256" r:id="Rd77cc32da48b473e"/>
    <p:sldId xmlns:r="http://schemas.openxmlformats.org/officeDocument/2006/relationships" id="257" r:id="R4f8efe1cb81942fc"/>
    <p:sldId xmlns:r="http://schemas.openxmlformats.org/officeDocument/2006/relationships" id="258" r:id="R653b5e9566c3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1d1329a1f4b70" /><Relationship Type="http://schemas.openxmlformats.org/officeDocument/2006/relationships/slideMaster" Target="/ppt/slideMasters/slideMaster1.xml" Id="R876c97b821fa4536" /><Relationship Type="http://schemas.openxmlformats.org/officeDocument/2006/relationships/notesMaster" Target="/ppt/notesMasters/notesMaster1.xml" Id="R8d113f0d3e21476b" /><Relationship Type="http://schemas.openxmlformats.org/officeDocument/2006/relationships/presProps" Target="/ppt/presProps.xml" Id="R54649fb220a44fc1" /><Relationship Type="http://schemas.openxmlformats.org/officeDocument/2006/relationships/tableStyles" Target="/ppt/tableStyles.xml" Id="Rca1fff3bdde146db" /><Relationship Type="http://schemas.openxmlformats.org/officeDocument/2006/relationships/slide" Target="/ppt/slides/slide1.xml" Id="Rd77cc32da48b473e" /><Relationship Type="http://schemas.openxmlformats.org/officeDocument/2006/relationships/slide" Target="/ppt/slides/slide2.xml" Id="R4f8efe1cb81942fc" /><Relationship Type="http://schemas.openxmlformats.org/officeDocument/2006/relationships/slide" Target="/ppt/slides/slide3.xml" Id="R653b5e9566c3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4799a94993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57af80dce4ece" /><Relationship Type="http://schemas.openxmlformats.org/officeDocument/2006/relationships/notesMaster" Target="/ppt/notesMasters/notesMaster1.xml" Id="R96fe65a91b704f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38b80fd2f4ed8" /><Relationship Type="http://schemas.openxmlformats.org/officeDocument/2006/relationships/notesMaster" Target="/ppt/notesMasters/notesMaster1.xml" Id="Rb0c1a394793e4c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bdebaf75942a1" /><Relationship Type="http://schemas.openxmlformats.org/officeDocument/2006/relationships/notesMaster" Target="/ppt/notesMasters/notesMaster1.xml" Id="R855c7228086844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source: https://doi.org/10.1145/3746027.3758286</a:t>
            </a:r>
          </a:p>
          <a:p xmlns:a="http://schemas.openxmlformats.org/drawingml/2006/main">
            <a:r>
              <a:t>Project framing and claim boundaries: research/experiment_blueprint.md</a:t>
            </a:r>
          </a:p>
          <a:p xmlns:a="http://schemas.openxmlformats.org/drawingml/2006/main">
            <a:r>
              <a:t>Do not describe the output as a dog's private emotional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repository commit audited: 6b73c5fce55fc132e97db6a76899f8594a955f59</a:t>
            </a:r>
          </a:p>
          <a:p xmlns:a="http://schemas.openxmlformats.org/drawingml/2006/main">
            <a:r>
              <a:t>Exact findings and resolution policy: results/week2_data_audit.md</a:t>
            </a:r>
          </a:p>
          <a:p xmlns:a="http://schemas.openxmlformats.org/drawingml/2006/main">
            <a:r>
              <a:t>The two cross-split pairs are shiba_train_00238 / shiba_test_00042 and shiba_train_00421 / shiba_test_00039.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Noise dataset: https://github.com/karolpiczak/ESC-50 and https://doi.org/10.7910/DVN/YDEPUT</a:t>
            </a:r>
          </a:p>
          <a:p xmlns:a="http://schemas.openxmlformats.org/drawingml/2006/main">
            <a:r>
              <a:t>Clip attribution: Rain And Wind On Glass by Freesound user Benboncan, CC BY; ESC-50 distribution CC BY-NC 3.0.</a:t>
            </a:r>
          </a:p>
          <a:p xmlns:a="http://schemas.openxmlformats.org/drawingml/2006/main">
            <a:r>
              <a:t>Smoke results and SHA-256 hashes: results/week2_data_audit.md</a:t>
            </a:r>
          </a:p>
          <a:p xmlns:a="http://schemas.openxmlformats.org/drawingml/2006/main">
            <a:r>
              <a:t>The enhancer uses the known added-noise profile and must not be presented as a real-world AI denoiser.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c28e9cd5641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f5bfde7c747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4ceec91ab4f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d0827e76c4a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7a45b4a06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7acc10c6945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A6F4B-EEA4-4C31-A2F6-20E41F869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E146BD-BCD3-45A2-BF0B-42A06AD314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428B63-9AAE-4C9C-B1C5-33A795387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2B0916-C4B3-411F-B6BD-2ABF02C5A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0201CA-52F3-47D3-8649-B6F7E39D41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43FBAF-56CF-4701-AF04-AF4BF0935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CFFBBE-2E84-4DE0-A58B-0ACC690F6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05091C-971D-49E6-859E-FF7A565E3D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85476E-CCCC-4B22-8FD5-0C90B7903E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2CDA29-00BC-4954-8960-9BD508D617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fbc7fc7984dfd" /><Relationship Type="http://schemas.openxmlformats.org/officeDocument/2006/relationships/slideLayout" Target="/ppt/slideLayouts/slideLayout1.xml" Id="R6878b7df83394fab" /><Relationship Type="http://schemas.openxmlformats.org/officeDocument/2006/relationships/slideLayout" Target="/ppt/slideLayouts/slideLayout2.xml" Id="Rd5809a2c05564db9" /><Relationship Type="http://schemas.openxmlformats.org/officeDocument/2006/relationships/slideLayout" Target="/ppt/slideLayouts/slideLayout3.xml" Id="R7bebf55a33684e29" /><Relationship Type="http://schemas.openxmlformats.org/officeDocument/2006/relationships/slideLayout" Target="/ppt/slideLayouts/slideLayout4.xml" Id="R69f642d7838c4ad2" /><Relationship Type="http://schemas.openxmlformats.org/officeDocument/2006/relationships/slideLayout" Target="/ppt/slideLayouts/slideLayout5.xml" Id="R45426fd239a24e1a" /><Relationship Type="http://schemas.openxmlformats.org/officeDocument/2006/relationships/slideLayout" Target="/ppt/slideLayouts/slideLayout6.xml" Id="Rb69ae12f45e140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8b7df83394fab"/>
    <p:sldLayoutId xmlns:r="http://schemas.openxmlformats.org/officeDocument/2006/relationships" id="2147483650" r:id="Rd5809a2c05564db9"/>
    <p:sldLayoutId xmlns:r="http://schemas.openxmlformats.org/officeDocument/2006/relationships" id="2147483651" r:id="R7bebf55a33684e29"/>
    <p:sldLayoutId xmlns:r="http://schemas.openxmlformats.org/officeDocument/2006/relationships" id="2147483652" r:id="R69f642d7838c4ad2"/>
    <p:sldLayoutId xmlns:r="http://schemas.openxmlformats.org/officeDocument/2006/relationships" id="2147483653" r:id="R45426fd239a24e1a"/>
    <p:sldLayoutId xmlns:r="http://schemas.openxmlformats.org/officeDocument/2006/relationships" id="2147483654" r:id="Rb69ae12f45e140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f4388d28f4557" /><Relationship Type="http://schemas.openxmlformats.org/officeDocument/2006/relationships/notesSlide" Target="/ppt/notesSlides/notesSlide1.xml" Id="R2a1617629beb4a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0df2712ef41bd" /><Relationship Type="http://schemas.openxmlformats.org/officeDocument/2006/relationships/notesSlide" Target="/ppt/notesSlides/notesSlide2.xml" Id="Ra098eecd78814a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829227b144bad" /><Relationship Type="http://schemas.openxmlformats.org/officeDocument/2006/relationships/notesSlide" Target="/ppt/notesSlides/notesSlide3.xml" Id="Re34fc92c480341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0B88D-F0B8-44CE-AA98-BA77CE9D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73EEF-A94F-4F57-A01D-3C15E855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56CCF2"/>
                </a:solidFill>
              </a:defRPr>
            </a:defPPr>
            <a:lvl1pPr algn="l">
              <a:defRPr sz="1125" b="1">
                <a:solidFill>
                  <a:srgbClr val="56CCF2"/>
                </a:solidFill>
              </a:defRPr>
            </a:lvl1pPr>
            <a:lvl2pPr algn="l">
              <a:defRPr sz="1125" b="1">
                <a:solidFill>
                  <a:srgbClr val="56CCF2"/>
                </a:solidFill>
              </a:defRPr>
            </a:lvl2pPr>
            <a:lvl3pPr algn="l">
              <a:defRPr sz="1125" b="1">
                <a:solidFill>
                  <a:srgbClr val="56CCF2"/>
                </a:solidFill>
              </a:defRPr>
            </a:lvl3pPr>
            <a:lvl4pPr algn="l">
              <a:defRPr sz="1125" b="1">
                <a:solidFill>
                  <a:srgbClr val="56CCF2"/>
                </a:solidFill>
              </a:defRPr>
            </a:lvl4pPr>
            <a:lvl5pPr algn="l">
              <a:defRPr sz="1125" b="1">
                <a:solidFill>
                  <a:srgbClr val="56CCF2"/>
                </a:solidFill>
              </a:defRPr>
            </a:lvl5pPr>
            <a:lvl6pPr algn="l">
              <a:defRPr sz="1125" b="1">
                <a:solidFill>
                  <a:srgbClr val="56CCF2"/>
                </a:solidFill>
              </a:defRPr>
            </a:lvl6pPr>
            <a:lvl7pPr algn="l">
              <a:defRPr sz="1125" b="1">
                <a:solidFill>
                  <a:srgbClr val="56CCF2"/>
                </a:solidFill>
              </a:defRPr>
            </a:lvl7pPr>
            <a:lvl8pPr algn="l">
              <a:defRPr sz="1125" b="1">
                <a:solidFill>
                  <a:srgbClr val="56CCF2"/>
                </a:solidFill>
              </a:defRPr>
            </a:lvl8pPr>
            <a:lvl9pPr algn="l">
              <a:defRPr sz="1125" b="1">
                <a:solidFill>
                  <a:srgbClr val="56CCF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6CCF2"/>
                </a:solidFill>
              </a:defRPr>
            </a:pPr>
            <a:r>
              <a:rPr sz="1125" b="1">
                <a:solidFill>
                  <a:srgbClr val="56CCF2"/>
                </a:solidFill>
              </a:rPr>
              <a:t>BARK BEYOND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AC398-C612-4F95-875C-0E1BFD0A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Can affect labels survive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unseen dogs and noisy audio?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071D0-8FF0-46B0-A740-76B1C12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D9E2EC"/>
                </a:solidFill>
              </a:defRPr>
            </a:defPPr>
            <a:lvl1pPr algn="l">
              <a:defRPr sz="1725" b="0">
                <a:solidFill>
                  <a:srgbClr val="D9E2EC"/>
                </a:solidFill>
              </a:defRPr>
            </a:lvl1pPr>
            <a:lvl2pPr algn="l">
              <a:defRPr sz="1725" b="0">
                <a:solidFill>
                  <a:srgbClr val="D9E2EC"/>
                </a:solidFill>
              </a:defRPr>
            </a:lvl2pPr>
            <a:lvl3pPr algn="l">
              <a:defRPr sz="1725" b="0">
                <a:solidFill>
                  <a:srgbClr val="D9E2EC"/>
                </a:solidFill>
              </a:defRPr>
            </a:lvl3pPr>
            <a:lvl4pPr algn="l">
              <a:defRPr sz="1725" b="0">
                <a:solidFill>
                  <a:srgbClr val="D9E2EC"/>
                </a:solidFill>
              </a:defRPr>
            </a:lvl4pPr>
            <a:lvl5pPr algn="l">
              <a:defRPr sz="1725" b="0">
                <a:solidFill>
                  <a:srgbClr val="D9E2EC"/>
                </a:solidFill>
              </a:defRPr>
            </a:lvl5pPr>
            <a:lvl6pPr algn="l">
              <a:defRPr sz="1725" b="0">
                <a:solidFill>
                  <a:srgbClr val="D9E2EC"/>
                </a:solidFill>
              </a:defRPr>
            </a:lvl6pPr>
            <a:lvl7pPr algn="l">
              <a:defRPr sz="1725" b="0">
                <a:solidFill>
                  <a:srgbClr val="D9E2EC"/>
                </a:solidFill>
              </a:defRPr>
            </a:lvl7pPr>
            <a:lvl8pPr algn="l">
              <a:defRPr sz="1725" b="0">
                <a:solidFill>
                  <a:srgbClr val="D9E2EC"/>
                </a:solidFill>
              </a:defRPr>
            </a:lvl8pPr>
            <a:lvl9pPr algn="l">
              <a:defRPr sz="17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9E2EC"/>
                </a:solidFill>
              </a:defRPr>
            </a:pPr>
            <a:r>
              <a:rPr sz="1725" b="0">
                <a:solidFill>
                  <a:srgbClr val="D9E2EC"/>
                </a:solidFill>
              </a:rPr>
              <a:t>We predict behavior- and context-annotated arousal and valence from dog vocalizations. The claim stays bounded to the released labels and two breeds.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76F64-7139-4F7E-A9D9-0341F129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76300"/>
            <a:ext cx="3638550" cy="4476750"/>
          </a:xfrm>
          <a:prstGeom xmlns:a="http://schemas.openxmlformats.org/drawingml/2006/main" prst="roundRect">
            <a:avLst>
              <a:gd name="adj" fmla="val 6806"/>
            </a:avLst>
          </a:prstGeom>
          <a:solidFill xmlns:a="http://schemas.openxmlformats.org/drawingml/2006/main">
            <a:srgbClr val="173E5F"/>
          </a:solidFill>
          <a:ln xmlns:a="http://schemas.openxmlformats.org/drawingml/2006/main" w="9525">
            <a:solidFill>
              <a:srgbClr val="2B5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19BDC-B5B4-4722-B889-92A2434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200" b="1">
                <a:solidFill>
                  <a:srgbClr val="FFFFFF"/>
                </a:solidFill>
              </a:defRPr>
            </a:defPPr>
            <a:lvl1pPr algn="ctr">
              <a:defRPr sz="4200" b="1">
                <a:solidFill>
                  <a:srgbClr val="FFFFFF"/>
                </a:solidFill>
              </a:defRPr>
            </a:lvl1pPr>
            <a:lvl2pPr algn="ctr">
              <a:defRPr sz="4200" b="1">
                <a:solidFill>
                  <a:srgbClr val="FFFFFF"/>
                </a:solidFill>
              </a:defRPr>
            </a:lvl2pPr>
            <a:lvl3pPr algn="ctr">
              <a:defRPr sz="4200" b="1">
                <a:solidFill>
                  <a:srgbClr val="FFFFFF"/>
                </a:solidFill>
              </a:defRPr>
            </a:lvl3pPr>
            <a:lvl4pPr algn="ctr">
              <a:defRPr sz="4200" b="1">
                <a:solidFill>
                  <a:srgbClr val="FFFFFF"/>
                </a:solidFill>
              </a:defRPr>
            </a:lvl4pPr>
            <a:lvl5pPr algn="ctr">
              <a:defRPr sz="4200" b="1">
                <a:solidFill>
                  <a:srgbClr val="FFFFFF"/>
                </a:solidFill>
              </a:defRPr>
            </a:lvl5pPr>
            <a:lvl6pPr algn="ctr">
              <a:defRPr sz="4200" b="1">
                <a:solidFill>
                  <a:srgbClr val="FFFFFF"/>
                </a:solidFill>
              </a:defRPr>
            </a:lvl6pPr>
            <a:lvl7pPr algn="ctr">
              <a:defRPr sz="4200" b="1">
                <a:solidFill>
                  <a:srgbClr val="FFFFFF"/>
                </a:solidFill>
              </a:defRPr>
            </a:lvl7pPr>
            <a:lvl8pPr algn="ctr">
              <a:defRPr sz="4200" b="1">
                <a:solidFill>
                  <a:srgbClr val="FFFFFF"/>
                </a:solidFill>
              </a:defRPr>
            </a:lvl8pPr>
            <a:lvl9pPr algn="ctr"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1,400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96E15-532F-43D1-9961-21DDB82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56CCF2"/>
                </a:solidFill>
              </a:defRPr>
            </a:defPPr>
            <a:lvl1pPr algn="ctr">
              <a:defRPr sz="1500" b="0">
                <a:solidFill>
                  <a:srgbClr val="56CCF2"/>
                </a:solidFill>
              </a:defRPr>
            </a:lvl1pPr>
            <a:lvl2pPr algn="ctr">
              <a:defRPr sz="1500" b="0">
                <a:solidFill>
                  <a:srgbClr val="56CCF2"/>
                </a:solidFill>
              </a:defRPr>
            </a:lvl2pPr>
            <a:lvl3pPr algn="ctr">
              <a:defRPr sz="1500" b="0">
                <a:solidFill>
                  <a:srgbClr val="56CCF2"/>
                </a:solidFill>
              </a:defRPr>
            </a:lvl3pPr>
            <a:lvl4pPr algn="ctr">
              <a:defRPr sz="1500" b="0">
                <a:solidFill>
                  <a:srgbClr val="56CCF2"/>
                </a:solidFill>
              </a:defRPr>
            </a:lvl4pPr>
            <a:lvl5pPr algn="ctr">
              <a:defRPr sz="1500" b="0">
                <a:solidFill>
                  <a:srgbClr val="56CCF2"/>
                </a:solidFill>
              </a:defRPr>
            </a:lvl5pPr>
            <a:lvl6pPr algn="ctr">
              <a:defRPr sz="1500" b="0">
                <a:solidFill>
                  <a:srgbClr val="56CCF2"/>
                </a:solidFill>
              </a:defRPr>
            </a:lvl6pPr>
            <a:lvl7pPr algn="ctr">
              <a:defRPr sz="1500" b="0">
                <a:solidFill>
                  <a:srgbClr val="56CCF2"/>
                </a:solidFill>
              </a:defRPr>
            </a:lvl7pPr>
            <a:lvl8pPr algn="ctr">
              <a:defRPr sz="1500" b="0">
                <a:solidFill>
                  <a:srgbClr val="56CCF2"/>
                </a:solidFill>
              </a:defRPr>
            </a:lvl8pPr>
            <a:lvl9pPr algn="ctr">
              <a:defRPr sz="1500" b="0">
                <a:solidFill>
                  <a:srgbClr val="56CCF2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6CCF2"/>
                </a:solidFill>
              </a:defRPr>
            </a:pPr>
            <a:r>
              <a:rPr sz="1500" b="0">
                <a:solidFill>
                  <a:srgbClr val="56CCF2"/>
                </a:solidFill>
              </a:rPr>
              <a:t>vocalization clips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EE1D8-8781-4786-BAEE-9558D88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66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66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EDC8-F94E-4005-8F14-A3C6918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  <a:lvl1pPr algn="ctr">
              <a:defRPr sz="2400" b="1">
                <a:solidFill>
                  <a:srgbClr val="FFFFFF"/>
                </a:solidFill>
              </a:defRPr>
            </a:lvl1pPr>
            <a:lvl2pPr algn="ctr">
              <a:defRPr sz="2400" b="1">
                <a:solidFill>
                  <a:srgbClr val="FFFFFF"/>
                </a:solidFill>
              </a:defRPr>
            </a:lvl2pPr>
            <a:lvl3pPr algn="ctr">
              <a:defRPr sz="2400" b="1">
                <a:solidFill>
                  <a:srgbClr val="FFFFFF"/>
                </a:solidFill>
              </a:defRPr>
            </a:lvl3pPr>
            <a:lvl4pPr algn="ctr">
              <a:defRPr sz="2400" b="1">
                <a:solidFill>
                  <a:srgbClr val="FFFFFF"/>
                </a:solidFill>
              </a:defRPr>
            </a:lvl4pPr>
            <a:lvl5pPr algn="ctr">
              <a:defRPr sz="2400" b="1">
                <a:solidFill>
                  <a:srgbClr val="FFFFFF"/>
                </a:solidFill>
              </a:defRPr>
            </a:lvl5pPr>
            <a:lvl6pPr algn="ctr">
              <a:defRPr sz="2400" b="1">
                <a:solidFill>
                  <a:srgbClr val="FFFFFF"/>
                </a:solidFill>
              </a:defRPr>
            </a:lvl6pPr>
            <a:lvl7pPr algn="ctr">
              <a:defRPr sz="2400" b="1">
                <a:solidFill>
                  <a:srgbClr val="FFFFFF"/>
                </a:solidFill>
              </a:defRPr>
            </a:lvl7pPr>
            <a:lvl8pPr algn="ctr">
              <a:defRPr sz="2400" b="1">
                <a:solidFill>
                  <a:srgbClr val="FFFFFF"/>
                </a:solidFill>
              </a:defRPr>
            </a:lvl8pPr>
            <a:lvl9pPr algn="ctr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199 dogs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98501-1F2D-4142-820E-885F718E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425" b="0">
                <a:solidFill>
                  <a:srgbClr val="D9E2EC"/>
                </a:solidFill>
              </a:defRPr>
            </a:defPPr>
            <a:lvl1pPr algn="ctr">
              <a:defRPr sz="1425" b="0">
                <a:solidFill>
                  <a:srgbClr val="D9E2EC"/>
                </a:solidFill>
              </a:defRPr>
            </a:lvl1pPr>
            <a:lvl2pPr algn="ctr">
              <a:defRPr sz="1425" b="0">
                <a:solidFill>
                  <a:srgbClr val="D9E2EC"/>
                </a:solidFill>
              </a:defRPr>
            </a:lvl2pPr>
            <a:lvl3pPr algn="ctr">
              <a:defRPr sz="1425" b="0">
                <a:solidFill>
                  <a:srgbClr val="D9E2EC"/>
                </a:solidFill>
              </a:defRPr>
            </a:lvl3pPr>
            <a:lvl4pPr algn="ctr">
              <a:defRPr sz="1425" b="0">
                <a:solidFill>
                  <a:srgbClr val="D9E2EC"/>
                </a:solidFill>
              </a:defRPr>
            </a:lvl4pPr>
            <a:lvl5pPr algn="ctr">
              <a:defRPr sz="1425" b="0">
                <a:solidFill>
                  <a:srgbClr val="D9E2EC"/>
                </a:solidFill>
              </a:defRPr>
            </a:lvl5pPr>
            <a:lvl6pPr algn="ctr">
              <a:defRPr sz="1425" b="0">
                <a:solidFill>
                  <a:srgbClr val="D9E2EC"/>
                </a:solidFill>
              </a:defRPr>
            </a:lvl6pPr>
            <a:lvl7pPr algn="ctr">
              <a:defRPr sz="1425" b="0">
                <a:solidFill>
                  <a:srgbClr val="D9E2EC"/>
                </a:solidFill>
              </a:defRPr>
            </a:lvl7pPr>
            <a:lvl8pPr algn="ctr">
              <a:defRPr sz="1425" b="0">
                <a:solidFill>
                  <a:srgbClr val="D9E2EC"/>
                </a:solidFill>
              </a:defRPr>
            </a:lvl8pPr>
            <a:lvl9pPr algn="ctr">
              <a:defRPr sz="14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9E2EC"/>
                </a:solidFill>
              </a:defRPr>
            </a:pPr>
            <a:r>
              <a:rPr sz="1425" b="0">
                <a:solidFill>
                  <a:srgbClr val="D9E2EC"/>
                </a:solidFill>
              </a:rPr>
              <a:t>Huskies and Shiba Inus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CA64C-12B5-45DB-901F-E8F043E5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F2C94C"/>
                </a:solidFill>
              </a:defRPr>
            </a:defPPr>
            <a:lvl1pPr algn="l">
              <a:defRPr sz="1050" b="1">
                <a:solidFill>
                  <a:srgbClr val="F2C94C"/>
                </a:solidFill>
              </a:defRPr>
            </a:lvl1pPr>
            <a:lvl2pPr algn="l">
              <a:defRPr sz="1050" b="1">
                <a:solidFill>
                  <a:srgbClr val="F2C94C"/>
                </a:solidFill>
              </a:defRPr>
            </a:lvl2pPr>
            <a:lvl3pPr algn="l">
              <a:defRPr sz="1050" b="1">
                <a:solidFill>
                  <a:srgbClr val="F2C94C"/>
                </a:solidFill>
              </a:defRPr>
            </a:lvl3pPr>
            <a:lvl4pPr algn="l">
              <a:defRPr sz="1050" b="1">
                <a:solidFill>
                  <a:srgbClr val="F2C94C"/>
                </a:solidFill>
              </a:defRPr>
            </a:lvl4pPr>
            <a:lvl5pPr algn="l">
              <a:defRPr sz="1050" b="1">
                <a:solidFill>
                  <a:srgbClr val="F2C94C"/>
                </a:solidFill>
              </a:defRPr>
            </a:lvl5pPr>
            <a:lvl6pPr algn="l">
              <a:defRPr sz="1050" b="1">
                <a:solidFill>
                  <a:srgbClr val="F2C94C"/>
                </a:solidFill>
              </a:defRPr>
            </a:lvl6pPr>
            <a:lvl7pPr algn="l">
              <a:defRPr sz="1050" b="1">
                <a:solidFill>
                  <a:srgbClr val="F2C94C"/>
                </a:solidFill>
              </a:defRPr>
            </a:lvl7pPr>
            <a:lvl8pPr algn="l">
              <a:defRPr sz="1050" b="1">
                <a:solidFill>
                  <a:srgbClr val="F2C94C"/>
                </a:solidFill>
              </a:defRPr>
            </a:lvl8pPr>
            <a:lvl9pPr algn="l">
              <a:defRPr sz="1050" b="1">
                <a:solidFill>
                  <a:srgbClr val="F2C94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2C94C"/>
                </a:solidFill>
              </a:defRPr>
            </a:pPr>
            <a:r>
              <a:rPr sz="1050" b="1">
                <a:solidFill>
                  <a:srgbClr val="F2C94C"/>
                </a:solidFill>
              </a:rPr>
              <a:t>Primary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9F85B-7602-4276-9344-BB36B4BE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Dogs absent from 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744FC-49A9-4E94-8872-A42A51C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F2C94C"/>
                </a:solidFill>
              </a:defRPr>
            </a:defPPr>
            <a:lvl1pPr algn="l">
              <a:defRPr sz="1125" b="1">
                <a:solidFill>
                  <a:srgbClr val="F2C94C"/>
                </a:solidFill>
              </a:defRPr>
            </a:lvl1pPr>
            <a:lvl2pPr algn="l">
              <a:defRPr sz="1125" b="1">
                <a:solidFill>
                  <a:srgbClr val="F2C94C"/>
                </a:solidFill>
              </a:defRPr>
            </a:lvl2pPr>
            <a:lvl3pPr algn="l">
              <a:defRPr sz="1125" b="1">
                <a:solidFill>
                  <a:srgbClr val="F2C94C"/>
                </a:solidFill>
              </a:defRPr>
            </a:lvl3pPr>
            <a:lvl4pPr algn="l">
              <a:defRPr sz="1125" b="1">
                <a:solidFill>
                  <a:srgbClr val="F2C94C"/>
                </a:solidFill>
              </a:defRPr>
            </a:lvl4pPr>
            <a:lvl5pPr algn="l">
              <a:defRPr sz="1125" b="1">
                <a:solidFill>
                  <a:srgbClr val="F2C94C"/>
                </a:solidFill>
              </a:defRPr>
            </a:lvl5pPr>
            <a:lvl6pPr algn="l">
              <a:defRPr sz="1125" b="1">
                <a:solidFill>
                  <a:srgbClr val="F2C94C"/>
                </a:solidFill>
              </a:defRPr>
            </a:lvl6pPr>
            <a:lvl7pPr algn="l">
              <a:defRPr sz="1125" b="1">
                <a:solidFill>
                  <a:srgbClr val="F2C94C"/>
                </a:solidFill>
              </a:defRPr>
            </a:lvl7pPr>
            <a:lvl8pPr algn="l">
              <a:defRPr sz="1125" b="1">
                <a:solidFill>
                  <a:srgbClr val="F2C94C"/>
                </a:solidFill>
              </a:defRPr>
            </a:lvl8pPr>
            <a:lvl9pPr algn="l">
              <a:defRPr sz="1125" b="1">
                <a:solidFill>
                  <a:srgbClr val="F2C94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C94C"/>
                </a:solidFill>
              </a:defRPr>
            </a:pPr>
            <a:r>
              <a:rPr sz="1125" b="1">
                <a:solidFill>
                  <a:srgbClr val="F2C94C"/>
                </a:solidFill>
              </a:rPr>
              <a:t>Research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95702-23BC-4AC1-8A1D-D156124F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How much performance remains after identity, breed shift, and background noise challenge the model?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D6F80-3213-4189-9461-9B147E00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" b="0">
                <a:solidFill>
                  <a:srgbClr val="D9E2EC"/>
                </a:solidFill>
              </a:defRPr>
            </a:defPPr>
            <a:lvl1pPr algn="l">
              <a:defRPr sz="750" b="0">
                <a:solidFill>
                  <a:srgbClr val="D9E2EC"/>
                </a:solidFill>
              </a:defRPr>
            </a:lvl1pPr>
            <a:lvl2pPr algn="l">
              <a:defRPr sz="750" b="0">
                <a:solidFill>
                  <a:srgbClr val="D9E2EC"/>
                </a:solidFill>
              </a:defRPr>
            </a:lvl2pPr>
            <a:lvl3pPr algn="l">
              <a:defRPr sz="750" b="0">
                <a:solidFill>
                  <a:srgbClr val="D9E2EC"/>
                </a:solidFill>
              </a:defRPr>
            </a:lvl3pPr>
            <a:lvl4pPr algn="l">
              <a:defRPr sz="750" b="0">
                <a:solidFill>
                  <a:srgbClr val="D9E2EC"/>
                </a:solidFill>
              </a:defRPr>
            </a:lvl4pPr>
            <a:lvl5pPr algn="l">
              <a:defRPr sz="750" b="0">
                <a:solidFill>
                  <a:srgbClr val="D9E2EC"/>
                </a:solidFill>
              </a:defRPr>
            </a:lvl5pPr>
            <a:lvl6pPr algn="l">
              <a:defRPr sz="750" b="0">
                <a:solidFill>
                  <a:srgbClr val="D9E2EC"/>
                </a:solidFill>
              </a:defRPr>
            </a:lvl6pPr>
            <a:lvl7pPr algn="l">
              <a:defRPr sz="750" b="0">
                <a:solidFill>
                  <a:srgbClr val="D9E2EC"/>
                </a:solidFill>
              </a:defRPr>
            </a:lvl7pPr>
            <a:lvl8pPr algn="l">
              <a:defRPr sz="750" b="0">
                <a:solidFill>
                  <a:srgbClr val="D9E2EC"/>
                </a:solidFill>
              </a:defRPr>
            </a:lvl8pPr>
            <a:lvl9pPr algn="l">
              <a:defRPr sz="750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D9E2EC"/>
                </a:solidFill>
              </a:defRPr>
            </a:pPr>
            <a:r>
              <a:rPr sz="750" b="0">
                <a:solidFill>
                  <a:srgbClr val="D9E2EC"/>
                </a:solidFill>
              </a:rPr>
              <a:t>Source: EmotionalCanines (ACM MM 2025); project protocol frozen 2026-10-11</a:t>
            </a:r>
          </a:p>
        </p:txBody>
      </p:sp>
    </p:spTree>
    <p:extLst>
      <p:ext uri="{BB962C8B-B14F-4D97-AF65-F5344CB8AC3E}">
        <p14:creationId xmlns:p14="http://schemas.microsoft.com/office/powerpoint/2010/main" val="1285580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C81E0-5024-4666-A2C8-DAFF9D25E3FD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429250" y="38766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AE60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4FA11-CC8D-4699-B377-6D1B404C82DA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5429250" y="23336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80ED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4B1E6-E93F-4FD1-AE1E-4BBFABC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</a:defRPr>
            </a:defPPr>
            <a:lvl1pPr algn="l">
              <a:defRPr sz="2700" b="1">
                <a:solidFill>
                  <a:srgbClr val="102A43"/>
                </a:solidFill>
              </a:defRPr>
            </a:lvl1pPr>
            <a:lvl2pPr algn="l">
              <a:defRPr sz="2700" b="1">
                <a:solidFill>
                  <a:srgbClr val="102A43"/>
                </a:solidFill>
              </a:defRPr>
            </a:lvl2pPr>
            <a:lvl3pPr algn="l">
              <a:defRPr sz="2700" b="1">
                <a:solidFill>
                  <a:srgbClr val="102A43"/>
                </a:solidFill>
              </a:defRPr>
            </a:lvl3pPr>
            <a:lvl4pPr algn="l">
              <a:defRPr sz="2700" b="1">
                <a:solidFill>
                  <a:srgbClr val="102A43"/>
                </a:solidFill>
              </a:defRPr>
            </a:lvl4pPr>
            <a:lvl5pPr algn="l">
              <a:defRPr sz="2700" b="1">
                <a:solidFill>
                  <a:srgbClr val="102A43"/>
                </a:solidFill>
              </a:defRPr>
            </a:lvl5pPr>
            <a:lvl6pPr algn="l">
              <a:defRPr sz="2700" b="1">
                <a:solidFill>
                  <a:srgbClr val="102A43"/>
                </a:solidFill>
              </a:defRPr>
            </a:lvl6pPr>
            <a:lvl7pPr algn="l">
              <a:defRPr sz="2700" b="1">
                <a:solidFill>
                  <a:srgbClr val="102A43"/>
                </a:solidFill>
              </a:defRPr>
            </a:lvl7pPr>
            <a:lvl8pPr algn="l">
              <a:defRPr sz="2700" b="1">
                <a:solidFill>
                  <a:srgbClr val="102A43"/>
                </a:solidFill>
              </a:defRPr>
            </a:lvl8pPr>
            <a:lvl9pPr algn="l"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Official split and Week 2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F23C6-8905-4041-BD97-064CA867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00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627D98"/>
                </a:solidFill>
              </a:defRPr>
            </a:defPPr>
            <a:lvl1pPr algn="ctr">
              <a:defRPr sz="1350" b="1">
                <a:solidFill>
                  <a:srgbClr val="627D98"/>
                </a:solidFill>
              </a:defRPr>
            </a:lvl1pPr>
            <a:lvl2pPr algn="ctr">
              <a:defRPr sz="1350" b="1">
                <a:solidFill>
                  <a:srgbClr val="627D98"/>
                </a:solidFill>
              </a:defRPr>
            </a:lvl2pPr>
            <a:lvl3pPr algn="ctr">
              <a:defRPr sz="1350" b="1">
                <a:solidFill>
                  <a:srgbClr val="627D98"/>
                </a:solidFill>
              </a:defRPr>
            </a:lvl3pPr>
            <a:lvl4pPr algn="ctr">
              <a:defRPr sz="1350" b="1">
                <a:solidFill>
                  <a:srgbClr val="627D98"/>
                </a:solidFill>
              </a:defRPr>
            </a:lvl4pPr>
            <a:lvl5pPr algn="ctr">
              <a:defRPr sz="1350" b="1">
                <a:solidFill>
                  <a:srgbClr val="627D98"/>
                </a:solidFill>
              </a:defRPr>
            </a:lvl5pPr>
            <a:lvl6pPr algn="ctr">
              <a:defRPr sz="1350" b="1">
                <a:solidFill>
                  <a:srgbClr val="627D98"/>
                </a:solidFill>
              </a:defRPr>
            </a:lvl6pPr>
            <a:lvl7pPr algn="ctr">
              <a:defRPr sz="1350" b="1">
                <a:solidFill>
                  <a:srgbClr val="627D98"/>
                </a:solidFill>
              </a:defRPr>
            </a:lvl7pPr>
            <a:lvl8pPr algn="ctr">
              <a:defRPr sz="1350" b="1">
                <a:solidFill>
                  <a:srgbClr val="627D98"/>
                </a:solidFill>
              </a:defRPr>
            </a:lvl8pPr>
            <a:lvl9pPr algn="ctr">
              <a:defRPr sz="135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627D98"/>
                </a:solidFill>
              </a:defRPr>
            </a:pPr>
            <a:r>
              <a:rPr sz="1350" b="1">
                <a:solidFill>
                  <a:srgbClr val="627D98"/>
                </a:solidFill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68289-038C-42EC-8F0D-39F7564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627D98"/>
                </a:solidFill>
              </a:defRPr>
            </a:defPPr>
            <a:lvl1pPr algn="ctr">
              <a:defRPr sz="1350" b="1">
                <a:solidFill>
                  <a:srgbClr val="627D98"/>
                </a:solidFill>
              </a:defRPr>
            </a:lvl1pPr>
            <a:lvl2pPr algn="ctr">
              <a:defRPr sz="1350" b="1">
                <a:solidFill>
                  <a:srgbClr val="627D98"/>
                </a:solidFill>
              </a:defRPr>
            </a:lvl2pPr>
            <a:lvl3pPr algn="ctr">
              <a:defRPr sz="1350" b="1">
                <a:solidFill>
                  <a:srgbClr val="627D98"/>
                </a:solidFill>
              </a:defRPr>
            </a:lvl3pPr>
            <a:lvl4pPr algn="ctr">
              <a:defRPr sz="1350" b="1">
                <a:solidFill>
                  <a:srgbClr val="627D98"/>
                </a:solidFill>
              </a:defRPr>
            </a:lvl4pPr>
            <a:lvl5pPr algn="ctr">
              <a:defRPr sz="1350" b="1">
                <a:solidFill>
                  <a:srgbClr val="627D98"/>
                </a:solidFill>
              </a:defRPr>
            </a:lvl5pPr>
            <a:lvl6pPr algn="ctr">
              <a:defRPr sz="1350" b="1">
                <a:solidFill>
                  <a:srgbClr val="627D98"/>
                </a:solidFill>
              </a:defRPr>
            </a:lvl6pPr>
            <a:lvl7pPr algn="ctr">
              <a:defRPr sz="1350" b="1">
                <a:solidFill>
                  <a:srgbClr val="627D98"/>
                </a:solidFill>
              </a:defRPr>
            </a:lvl7pPr>
            <a:lvl8pPr algn="ctr">
              <a:defRPr sz="1350" b="1">
                <a:solidFill>
                  <a:srgbClr val="627D98"/>
                </a:solidFill>
              </a:defRPr>
            </a:lvl8pPr>
            <a:lvl9pPr algn="ctr">
              <a:defRPr sz="135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627D98"/>
                </a:solidFill>
              </a:defRPr>
            </a:pPr>
            <a:r>
              <a:rPr sz="1350" b="1">
                <a:solidFill>
                  <a:srgbClr val="627D98"/>
                </a:solidFill>
              </a:rPr>
              <a:t>Official unseen-dog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6A988-2F21-4ECA-B0E3-08E52A3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33550"/>
            <a:ext cx="30480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13AC4-D006-49D4-B7B7-FFF9959F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30480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9F70C-4152-4096-9274-2C533D3E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</a:defRPr>
            </a:defPPr>
            <a:lvl1pPr algn="ctr">
              <a:defRPr sz="1950" b="1">
                <a:solidFill>
                  <a:srgbClr val="FFFFFF"/>
                </a:solidFill>
              </a:defRPr>
            </a:lvl1pPr>
            <a:lvl2pPr algn="ctr">
              <a:defRPr sz="1950" b="1">
                <a:solidFill>
                  <a:srgbClr val="FFFFFF"/>
                </a:solidFill>
              </a:defRPr>
            </a:lvl2pPr>
            <a:lvl3pPr algn="ctr">
              <a:defRPr sz="1950" b="1">
                <a:solidFill>
                  <a:srgbClr val="FFFFFF"/>
                </a:solidFill>
              </a:defRPr>
            </a:lvl3pPr>
            <a:lvl4pPr algn="ctr">
              <a:defRPr sz="1950" b="1">
                <a:solidFill>
                  <a:srgbClr val="FFFFFF"/>
                </a:solidFill>
              </a:defRPr>
            </a:lvl4pPr>
            <a:lvl5pPr algn="ctr">
              <a:defRPr sz="1950" b="1">
                <a:solidFill>
                  <a:srgbClr val="FFFFFF"/>
                </a:solidFill>
              </a:defRPr>
            </a:lvl5pPr>
            <a:lvl6pPr algn="ctr">
              <a:defRPr sz="1950" b="1">
                <a:solidFill>
                  <a:srgbClr val="FFFFFF"/>
                </a:solidFill>
              </a:defRPr>
            </a:lvl6pPr>
            <a:lvl7pPr algn="ctr">
              <a:defRPr sz="1950" b="1">
                <a:solidFill>
                  <a:srgbClr val="FFFFFF"/>
                </a:solidFill>
              </a:defRPr>
            </a:lvl7pPr>
            <a:lvl8pPr algn="ctr">
              <a:defRPr sz="1950" b="1">
                <a:solidFill>
                  <a:srgbClr val="FFFFFF"/>
                </a:solidFill>
              </a:defRPr>
            </a:lvl8pPr>
            <a:lvl9pPr algn="ctr">
              <a:defRPr sz="1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HUSKY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600 clips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73DD9-3452-468E-AEB1-2BB6B31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F80ED"/>
                </a:solidFill>
              </a:defRPr>
            </a:defPPr>
            <a:lvl1pPr algn="ctr">
              <a:defRPr sz="1950" b="1">
                <a:solidFill>
                  <a:srgbClr val="2F80ED"/>
                </a:solidFill>
              </a:defRPr>
            </a:lvl1pPr>
            <a:lvl2pPr algn="ctr">
              <a:defRPr sz="1950" b="1">
                <a:solidFill>
                  <a:srgbClr val="2F80ED"/>
                </a:solidFill>
              </a:defRPr>
            </a:lvl2pPr>
            <a:lvl3pPr algn="ctr">
              <a:defRPr sz="1950" b="1">
                <a:solidFill>
                  <a:srgbClr val="2F80ED"/>
                </a:solidFill>
              </a:defRPr>
            </a:lvl3pPr>
            <a:lvl4pPr algn="ctr">
              <a:defRPr sz="1950" b="1">
                <a:solidFill>
                  <a:srgbClr val="2F80ED"/>
                </a:solidFill>
              </a:defRPr>
            </a:lvl4pPr>
            <a:lvl5pPr algn="ctr">
              <a:defRPr sz="1950" b="1">
                <a:solidFill>
                  <a:srgbClr val="2F80ED"/>
                </a:solidFill>
              </a:defRPr>
            </a:lvl5pPr>
            <a:lvl6pPr algn="ctr">
              <a:defRPr sz="1950" b="1">
                <a:solidFill>
                  <a:srgbClr val="2F80ED"/>
                </a:solidFill>
              </a:defRPr>
            </a:lvl6pPr>
            <a:lvl7pPr algn="ctr">
              <a:defRPr sz="1950" b="1">
                <a:solidFill>
                  <a:srgbClr val="2F80ED"/>
                </a:solidFill>
              </a:defRPr>
            </a:lvl7pPr>
            <a:lvl8pPr algn="ctr">
              <a:defRPr sz="1950" b="1">
                <a:solidFill>
                  <a:srgbClr val="2F80ED"/>
                </a:solidFill>
              </a:defRPr>
            </a:lvl8pPr>
            <a:lvl9pPr algn="ctr">
              <a:defRPr sz="1950" b="1">
                <a:solidFill>
                  <a:srgbClr val="2F80ED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HUSKY</a:t>
            </a:r>
          </a:p>
          <a:p xmlns:a="http://schemas.openxmlformats.org/drawingml/2006/main">
            <a:pPr algn="ctr"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100 clips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7FA2A-81E8-44E7-9DB9-021F7B8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30480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6FC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6A577-1CCB-4F62-900C-C15E62DB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30480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F3670-C044-49B6-9744-3D2E659A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102A43"/>
                </a:solidFill>
              </a:defRPr>
            </a:defPPr>
            <a:lvl1pPr algn="ctr">
              <a:defRPr sz="1950" b="1">
                <a:solidFill>
                  <a:srgbClr val="102A43"/>
                </a:solidFill>
              </a:defRPr>
            </a:lvl1pPr>
            <a:lvl2pPr algn="ctr">
              <a:defRPr sz="1950" b="1">
                <a:solidFill>
                  <a:srgbClr val="102A43"/>
                </a:solidFill>
              </a:defRPr>
            </a:lvl2pPr>
            <a:lvl3pPr algn="ctr">
              <a:defRPr sz="1950" b="1">
                <a:solidFill>
                  <a:srgbClr val="102A43"/>
                </a:solidFill>
              </a:defRPr>
            </a:lvl3pPr>
            <a:lvl4pPr algn="ctr">
              <a:defRPr sz="1950" b="1">
                <a:solidFill>
                  <a:srgbClr val="102A43"/>
                </a:solidFill>
              </a:defRPr>
            </a:lvl4pPr>
            <a:lvl5pPr algn="ctr">
              <a:defRPr sz="1950" b="1">
                <a:solidFill>
                  <a:srgbClr val="102A43"/>
                </a:solidFill>
              </a:defRPr>
            </a:lvl5pPr>
            <a:lvl6pPr algn="ctr">
              <a:defRPr sz="1950" b="1">
                <a:solidFill>
                  <a:srgbClr val="102A43"/>
                </a:solidFill>
              </a:defRPr>
            </a:lvl6pPr>
            <a:lvl7pPr algn="ctr">
              <a:defRPr sz="1950" b="1">
                <a:solidFill>
                  <a:srgbClr val="102A43"/>
                </a:solidFill>
              </a:defRPr>
            </a:lvl7pPr>
            <a:lvl8pPr algn="ctr">
              <a:defRPr sz="1950" b="1">
                <a:solidFill>
                  <a:srgbClr val="102A43"/>
                </a:solidFill>
              </a:defRPr>
            </a:lvl8pPr>
            <a:lvl9pPr algn="ctr">
              <a:defRPr sz="19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SHIBA INU</a:t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600 clips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2BB32-A6FC-40DE-954A-3D97C901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1E7A45"/>
                </a:solidFill>
              </a:defRPr>
            </a:defPPr>
            <a:lvl1pPr algn="ctr">
              <a:defRPr sz="1950" b="1">
                <a:solidFill>
                  <a:srgbClr val="1E7A45"/>
                </a:solidFill>
              </a:defRPr>
            </a:lvl1pPr>
            <a:lvl2pPr algn="ctr">
              <a:defRPr sz="1950" b="1">
                <a:solidFill>
                  <a:srgbClr val="1E7A45"/>
                </a:solidFill>
              </a:defRPr>
            </a:lvl2pPr>
            <a:lvl3pPr algn="ctr">
              <a:defRPr sz="1950" b="1">
                <a:solidFill>
                  <a:srgbClr val="1E7A45"/>
                </a:solidFill>
              </a:defRPr>
            </a:lvl3pPr>
            <a:lvl4pPr algn="ctr">
              <a:defRPr sz="1950" b="1">
                <a:solidFill>
                  <a:srgbClr val="1E7A45"/>
                </a:solidFill>
              </a:defRPr>
            </a:lvl4pPr>
            <a:lvl5pPr algn="ctr">
              <a:defRPr sz="1950" b="1">
                <a:solidFill>
                  <a:srgbClr val="1E7A45"/>
                </a:solidFill>
              </a:defRPr>
            </a:lvl5pPr>
            <a:lvl6pPr algn="ctr">
              <a:defRPr sz="1950" b="1">
                <a:solidFill>
                  <a:srgbClr val="1E7A45"/>
                </a:solidFill>
              </a:defRPr>
            </a:lvl6pPr>
            <a:lvl7pPr algn="ctr">
              <a:defRPr sz="1950" b="1">
                <a:solidFill>
                  <a:srgbClr val="1E7A45"/>
                </a:solidFill>
              </a:defRPr>
            </a:lvl7pPr>
            <a:lvl8pPr algn="ctr">
              <a:defRPr sz="1950" b="1">
                <a:solidFill>
                  <a:srgbClr val="1E7A45"/>
                </a:solidFill>
              </a:defRPr>
            </a:lvl8pPr>
            <a:lvl9pPr algn="ctr">
              <a:defRPr sz="1950" b="1">
                <a:solidFill>
                  <a:srgbClr val="1E7A4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E7A45"/>
                </a:solidFill>
              </a:defRPr>
            </a:pPr>
            <a:r>
              <a:rPr sz="1950" b="1">
                <a:solidFill>
                  <a:srgbClr val="1E7A45"/>
                </a:solidFill>
              </a:rPr>
              <a:t>SHIBA INU</a:t>
            </a:r>
          </a:p>
          <a:p xmlns:a="http://schemas.openxmlformats.org/drawingml/2006/main">
            <a:pPr algn="ctr">
              <a:defRPr sz="1950" b="1">
                <a:solidFill>
                  <a:srgbClr val="1E7A45"/>
                </a:solidFill>
              </a:defRPr>
            </a:pPr>
            <a:r>
              <a:rPr sz="1950" b="1">
                <a:solidFill>
                  <a:srgbClr val="1E7A45"/>
                </a:solidFill>
              </a:rPr>
              <a:t>100 clips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44D78-F65E-4977-A54E-785BF471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0A92D-3191-4DBC-A4B4-86FEEC9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8A5B00"/>
                </a:solidFill>
              </a:defRPr>
            </a:defPPr>
            <a:lvl1pPr algn="l">
              <a:defRPr sz="1200" b="1">
                <a:solidFill>
                  <a:srgbClr val="8A5B00"/>
                </a:solidFill>
              </a:defRPr>
            </a:lvl1pPr>
            <a:lvl2pPr algn="l">
              <a:defRPr sz="1200" b="1">
                <a:solidFill>
                  <a:srgbClr val="8A5B00"/>
                </a:solidFill>
              </a:defRPr>
            </a:lvl2pPr>
            <a:lvl3pPr algn="l">
              <a:defRPr sz="1200" b="1">
                <a:solidFill>
                  <a:srgbClr val="8A5B00"/>
                </a:solidFill>
              </a:defRPr>
            </a:lvl3pPr>
            <a:lvl4pPr algn="l">
              <a:defRPr sz="1200" b="1">
                <a:solidFill>
                  <a:srgbClr val="8A5B00"/>
                </a:solidFill>
              </a:defRPr>
            </a:lvl4pPr>
            <a:lvl5pPr algn="l">
              <a:defRPr sz="1200" b="1">
                <a:solidFill>
                  <a:srgbClr val="8A5B00"/>
                </a:solidFill>
              </a:defRPr>
            </a:lvl5pPr>
            <a:lvl6pPr algn="l">
              <a:defRPr sz="1200" b="1">
                <a:solidFill>
                  <a:srgbClr val="8A5B00"/>
                </a:solidFill>
              </a:defRPr>
            </a:lvl6pPr>
            <a:lvl7pPr algn="l">
              <a:defRPr sz="1200" b="1">
                <a:solidFill>
                  <a:srgbClr val="8A5B00"/>
                </a:solidFill>
              </a:defRPr>
            </a:lvl7pPr>
            <a:lvl8pPr algn="l">
              <a:defRPr sz="1200" b="1">
                <a:solidFill>
                  <a:srgbClr val="8A5B00"/>
                </a:solidFill>
              </a:defRPr>
            </a:lvl8pPr>
            <a:lvl9pPr algn="l">
              <a:defRPr sz="1200" b="1">
                <a:solidFill>
                  <a:srgbClr val="8A5B00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A5B00"/>
                </a:solidFill>
              </a:defRPr>
            </a:pPr>
            <a:r>
              <a:rPr sz="1200" b="1">
                <a:solidFill>
                  <a:srgbClr val="8A5B00"/>
                </a:solidFill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2538A-CCE5-4A59-8C00-E49C21C5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1,400 / 1,400 readable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D93DF-7BD1-49DB-B430-02D896E2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625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5 exact-duplicate groups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FFD20-C4DB-497B-9392-379E165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EB5757"/>
                </a:solidFill>
              </a:defRPr>
            </a:defPPr>
            <a:lvl1pPr algn="l">
              <a:defRPr sz="1650" b="1">
                <a:solidFill>
                  <a:srgbClr val="EB5757"/>
                </a:solidFill>
              </a:defRPr>
            </a:lvl1pPr>
            <a:lvl2pPr algn="l">
              <a:defRPr sz="1650" b="1">
                <a:solidFill>
                  <a:srgbClr val="EB5757"/>
                </a:solidFill>
              </a:defRPr>
            </a:lvl2pPr>
            <a:lvl3pPr algn="l">
              <a:defRPr sz="1650" b="1">
                <a:solidFill>
                  <a:srgbClr val="EB5757"/>
                </a:solidFill>
              </a:defRPr>
            </a:lvl3pPr>
            <a:lvl4pPr algn="l">
              <a:defRPr sz="1650" b="1">
                <a:solidFill>
                  <a:srgbClr val="EB5757"/>
                </a:solidFill>
              </a:defRPr>
            </a:lvl4pPr>
            <a:lvl5pPr algn="l">
              <a:defRPr sz="1650" b="1">
                <a:solidFill>
                  <a:srgbClr val="EB5757"/>
                </a:solidFill>
              </a:defRPr>
            </a:lvl5pPr>
            <a:lvl6pPr algn="l">
              <a:defRPr sz="1650" b="1">
                <a:solidFill>
                  <a:srgbClr val="EB5757"/>
                </a:solidFill>
              </a:defRPr>
            </a:lvl6pPr>
            <a:lvl7pPr algn="l">
              <a:defRPr sz="1650" b="1">
                <a:solidFill>
                  <a:srgbClr val="EB5757"/>
                </a:solidFill>
              </a:defRPr>
            </a:lvl7pPr>
            <a:lvl8pPr algn="l">
              <a:defRPr sz="1650" b="1">
                <a:solidFill>
                  <a:srgbClr val="EB5757"/>
                </a:solidFill>
              </a:defRPr>
            </a:lvl8pPr>
            <a:lvl9pPr algn="l">
              <a:defRPr sz="1650" b="1">
                <a:solidFill>
                  <a:srgbClr val="EB575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B5757"/>
                </a:solidFill>
              </a:defRPr>
            </a:pPr>
            <a:r>
              <a:rPr sz="1650" b="1">
                <a:solidFill>
                  <a:srgbClr val="EB5757"/>
                </a:solidFill>
              </a:rPr>
              <a:t>2 cross the Shiba 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72F17-BB8C-4276-AD87-4D2B9530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388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Training manifest excludes 5 rows: train-side leakage, conflicting training labels, and one repeated copy. All 200 test rows remain.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76EE6-56C8-4EEF-BE09-FD9AB116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" b="0">
                <a:solidFill>
                  <a:srgbClr val="627D98"/>
                </a:solidFill>
              </a:defRPr>
            </a:defPPr>
            <a:lvl1pPr algn="l">
              <a:defRPr sz="750" b="0">
                <a:solidFill>
                  <a:srgbClr val="627D98"/>
                </a:solidFill>
              </a:defRPr>
            </a:lvl1pPr>
            <a:lvl2pPr algn="l">
              <a:defRPr sz="750" b="0">
                <a:solidFill>
                  <a:srgbClr val="627D98"/>
                </a:solidFill>
              </a:defRPr>
            </a:lvl2pPr>
            <a:lvl3pPr algn="l">
              <a:defRPr sz="750" b="0">
                <a:solidFill>
                  <a:srgbClr val="627D98"/>
                </a:solidFill>
              </a:defRPr>
            </a:lvl3pPr>
            <a:lvl4pPr algn="l">
              <a:defRPr sz="750" b="0">
                <a:solidFill>
                  <a:srgbClr val="627D98"/>
                </a:solidFill>
              </a:defRPr>
            </a:lvl4pPr>
            <a:lvl5pPr algn="l">
              <a:defRPr sz="750" b="0">
                <a:solidFill>
                  <a:srgbClr val="627D98"/>
                </a:solidFill>
              </a:defRPr>
            </a:lvl5pPr>
            <a:lvl6pPr algn="l">
              <a:defRPr sz="750" b="0">
                <a:solidFill>
                  <a:srgbClr val="627D98"/>
                </a:solidFill>
              </a:defRPr>
            </a:lvl6pPr>
            <a:lvl7pPr algn="l">
              <a:defRPr sz="750" b="0">
                <a:solidFill>
                  <a:srgbClr val="627D98"/>
                </a:solidFill>
              </a:defRPr>
            </a:lvl7pPr>
            <a:lvl8pPr algn="l">
              <a:defRPr sz="750" b="0">
                <a:solidFill>
                  <a:srgbClr val="627D98"/>
                </a:solidFill>
              </a:defRPr>
            </a:lvl8pPr>
            <a:lvl9pPr algn="l">
              <a:defRPr sz="7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Audit run 2026-10-18. Public labels do not expose dog IDs, so random validation cannot be certified dog-disjoint.</a:t>
            </a:r>
          </a:p>
        </p:txBody>
      </p:sp>
    </p:spTree>
    <p:extLst>
      <p:ext uri="{BB962C8B-B14F-4D97-AF65-F5344CB8AC3E}">
        <p14:creationId xmlns:p14="http://schemas.microsoft.com/office/powerpoint/2010/main" val="34013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4E76A-E758-4123-8E75-2AC4E4FACB3E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>
            <a:off x="1809750" y="3467100"/>
            <a:ext cx="8786813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EB5757"/>
            </a:solidFill>
            <a:prstDash val="dash"/>
            <a:head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B4E08-51D1-4F70-AA54-8E2DF350A6B5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6143625" y="27527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7D98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EA8D-32D0-4942-8A46-B2665528AFBB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2952750" y="27527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7D98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4113C-B0AF-4906-BAAA-D7FE6FA6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</a:defRPr>
            </a:defPPr>
            <a:lvl1pPr algn="l">
              <a:defRPr sz="2700" b="1">
                <a:solidFill>
                  <a:srgbClr val="102A43"/>
                </a:solidFill>
              </a:defRPr>
            </a:lvl1pPr>
            <a:lvl2pPr algn="l">
              <a:defRPr sz="2700" b="1">
                <a:solidFill>
                  <a:srgbClr val="102A43"/>
                </a:solidFill>
              </a:defRPr>
            </a:lvl2pPr>
            <a:lvl3pPr algn="l">
              <a:defRPr sz="2700" b="1">
                <a:solidFill>
                  <a:srgbClr val="102A43"/>
                </a:solidFill>
              </a:defRPr>
            </a:lvl3pPr>
            <a:lvl4pPr algn="l">
              <a:defRPr sz="2700" b="1">
                <a:solidFill>
                  <a:srgbClr val="102A43"/>
                </a:solidFill>
              </a:defRPr>
            </a:lvl4pPr>
            <a:lvl5pPr algn="l">
              <a:defRPr sz="2700" b="1">
                <a:solidFill>
                  <a:srgbClr val="102A43"/>
                </a:solidFill>
              </a:defRPr>
            </a:lvl5pPr>
            <a:lvl6pPr algn="l">
              <a:defRPr sz="2700" b="1">
                <a:solidFill>
                  <a:srgbClr val="102A43"/>
                </a:solidFill>
              </a:defRPr>
            </a:lvl6pPr>
            <a:lvl7pPr algn="l">
              <a:defRPr sz="2700" b="1">
                <a:solidFill>
                  <a:srgbClr val="102A43"/>
                </a:solidFill>
              </a:defRPr>
            </a:lvl7pPr>
            <a:lvl8pPr algn="l">
              <a:defRPr sz="2700" b="1">
                <a:solidFill>
                  <a:srgbClr val="102A43"/>
                </a:solidFill>
              </a:defRPr>
            </a:lvl8pPr>
            <a:lvl9pPr algn="l"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Paired noise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3DC15-C437-4DC5-A7D8-323BC56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27D98"/>
                </a:solidFill>
              </a:defRPr>
            </a:defPPr>
            <a:lvl1pPr algn="l">
              <a:defRPr sz="1575" b="0">
                <a:solidFill>
                  <a:srgbClr val="627D98"/>
                </a:solidFill>
              </a:defRPr>
            </a:lvl1pPr>
            <a:lvl2pPr algn="l">
              <a:defRPr sz="1575" b="0">
                <a:solidFill>
                  <a:srgbClr val="627D98"/>
                </a:solidFill>
              </a:defRPr>
            </a:lvl2pPr>
            <a:lvl3pPr algn="l">
              <a:defRPr sz="1575" b="0">
                <a:solidFill>
                  <a:srgbClr val="627D98"/>
                </a:solidFill>
              </a:defRPr>
            </a:lvl3pPr>
            <a:lvl4pPr algn="l">
              <a:defRPr sz="1575" b="0">
                <a:solidFill>
                  <a:srgbClr val="627D98"/>
                </a:solidFill>
              </a:defRPr>
            </a:lvl4pPr>
            <a:lvl5pPr algn="l">
              <a:defRPr sz="1575" b="0">
                <a:solidFill>
                  <a:srgbClr val="627D98"/>
                </a:solidFill>
              </a:defRPr>
            </a:lvl5pPr>
            <a:lvl6pPr algn="l">
              <a:defRPr sz="1575" b="0">
                <a:solidFill>
                  <a:srgbClr val="627D98"/>
                </a:solidFill>
              </a:defRPr>
            </a:lvl6pPr>
            <a:lvl7pPr algn="l">
              <a:defRPr sz="1575" b="0">
                <a:solidFill>
                  <a:srgbClr val="627D98"/>
                </a:solidFill>
              </a:defRPr>
            </a:lvl7pPr>
            <a:lvl8pPr algn="l">
              <a:defRPr sz="1575" b="0">
                <a:solidFill>
                  <a:srgbClr val="627D98"/>
                </a:solidFill>
              </a:defRPr>
            </a:lvl8pPr>
            <a:lvl9pPr algn="l">
              <a:defRPr sz="15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7D98"/>
                </a:solidFill>
              </a:defRPr>
            </a:pPr>
            <a:r>
              <a:rPr sz="1575" b="0">
                <a:solidFill>
                  <a:srgbClr val="627D98"/>
                </a:solidFill>
              </a:rPr>
              <a:t>The source clip and label stay fixed while the audio condition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241B1-AF0C-4434-8338-97D91B46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286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6985F-199C-4A69-A3D4-F7F53D90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38350"/>
            <a:ext cx="2286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086A0-8AE4-4717-A189-261848B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38350"/>
            <a:ext cx="2286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6FCF9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14547-3310-4133-948A-DD83D9A2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F80ED"/>
                </a:solidFill>
              </a:defRPr>
            </a:defPPr>
            <a:lvl1pPr algn="ctr">
              <a:defRPr sz="1125" b="1">
                <a:solidFill>
                  <a:srgbClr val="2F80ED"/>
                </a:solidFill>
              </a:defRPr>
            </a:lvl1pPr>
            <a:lvl2pPr algn="ctr">
              <a:defRPr sz="1125" b="1">
                <a:solidFill>
                  <a:srgbClr val="2F80ED"/>
                </a:solidFill>
              </a:defRPr>
            </a:lvl2pPr>
            <a:lvl3pPr algn="ctr">
              <a:defRPr sz="1125" b="1">
                <a:solidFill>
                  <a:srgbClr val="2F80ED"/>
                </a:solidFill>
              </a:defRPr>
            </a:lvl3pPr>
            <a:lvl4pPr algn="ctr">
              <a:defRPr sz="1125" b="1">
                <a:solidFill>
                  <a:srgbClr val="2F80ED"/>
                </a:solidFill>
              </a:defRPr>
            </a:lvl4pPr>
            <a:lvl5pPr algn="ctr">
              <a:defRPr sz="1125" b="1">
                <a:solidFill>
                  <a:srgbClr val="2F80ED"/>
                </a:solidFill>
              </a:defRPr>
            </a:lvl5pPr>
            <a:lvl6pPr algn="ctr">
              <a:defRPr sz="1125" b="1">
                <a:solidFill>
                  <a:srgbClr val="2F80ED"/>
                </a:solidFill>
              </a:defRPr>
            </a:lvl6pPr>
            <a:lvl7pPr algn="ctr">
              <a:defRPr sz="1125" b="1">
                <a:solidFill>
                  <a:srgbClr val="2F80ED"/>
                </a:solidFill>
              </a:defRPr>
            </a:lvl7pPr>
            <a:lvl8pPr algn="ctr">
              <a:defRPr sz="1125" b="1">
                <a:solidFill>
                  <a:srgbClr val="2F80ED"/>
                </a:solidFill>
              </a:defRPr>
            </a:lvl8pPr>
            <a:lvl9pPr algn="ctr">
              <a:defRPr sz="1125" b="1">
                <a:solidFill>
                  <a:srgbClr val="2F80ED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ORIGINAL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62214-E759-4BAB-80B2-D9D2C264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</a:defRPr>
            </a:defPPr>
            <a:lvl1pPr algn="ctr">
              <a:defRPr sz="1875" b="1">
                <a:solidFill>
                  <a:srgbClr val="102A43"/>
                </a:solidFill>
              </a:defRPr>
            </a:lvl1pPr>
            <a:lvl2pPr algn="ctr">
              <a:defRPr sz="1875" b="1">
                <a:solidFill>
                  <a:srgbClr val="102A43"/>
                </a:solidFill>
              </a:defRPr>
            </a:lvl2pPr>
            <a:lvl3pPr algn="ctr">
              <a:defRPr sz="1875" b="1">
                <a:solidFill>
                  <a:srgbClr val="102A43"/>
                </a:solidFill>
              </a:defRPr>
            </a:lvl3pPr>
            <a:lvl4pPr algn="ctr">
              <a:defRPr sz="1875" b="1">
                <a:solidFill>
                  <a:srgbClr val="102A43"/>
                </a:solidFill>
              </a:defRPr>
            </a:lvl4pPr>
            <a:lvl5pPr algn="ctr">
              <a:defRPr sz="1875" b="1">
                <a:solidFill>
                  <a:srgbClr val="102A43"/>
                </a:solidFill>
              </a:defRPr>
            </a:lvl5pPr>
            <a:lvl6pPr algn="ctr">
              <a:defRPr sz="1875" b="1">
                <a:solidFill>
                  <a:srgbClr val="102A43"/>
                </a:solidFill>
              </a:defRPr>
            </a:lvl6pPr>
            <a:lvl7pPr algn="ctr">
              <a:defRPr sz="1875" b="1">
                <a:solidFill>
                  <a:srgbClr val="102A43"/>
                </a:solidFill>
              </a:defRPr>
            </a:lvl7pPr>
            <a:lvl8pPr algn="ctr">
              <a:defRPr sz="1875" b="1">
                <a:solidFill>
                  <a:srgbClr val="102A43"/>
                </a:solidFill>
              </a:defRPr>
            </a:lvl8pPr>
            <a:lvl9pPr algn="ctr"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Same dog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Same 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2CDFA-FC94-4BBE-9491-2FCDD3ED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2860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8A5B00"/>
                </a:solidFill>
              </a:defRPr>
            </a:defPPr>
            <a:lvl1pPr algn="ctr">
              <a:defRPr sz="1125" b="1">
                <a:solidFill>
                  <a:srgbClr val="8A5B00"/>
                </a:solidFill>
              </a:defRPr>
            </a:lvl1pPr>
            <a:lvl2pPr algn="ctr">
              <a:defRPr sz="1125" b="1">
                <a:solidFill>
                  <a:srgbClr val="8A5B00"/>
                </a:solidFill>
              </a:defRPr>
            </a:lvl2pPr>
            <a:lvl3pPr algn="ctr">
              <a:defRPr sz="1125" b="1">
                <a:solidFill>
                  <a:srgbClr val="8A5B00"/>
                </a:solidFill>
              </a:defRPr>
            </a:lvl3pPr>
            <a:lvl4pPr algn="ctr">
              <a:defRPr sz="1125" b="1">
                <a:solidFill>
                  <a:srgbClr val="8A5B00"/>
                </a:solidFill>
              </a:defRPr>
            </a:lvl4pPr>
            <a:lvl5pPr algn="ctr">
              <a:defRPr sz="1125" b="1">
                <a:solidFill>
                  <a:srgbClr val="8A5B00"/>
                </a:solidFill>
              </a:defRPr>
            </a:lvl5pPr>
            <a:lvl6pPr algn="ctr">
              <a:defRPr sz="1125" b="1">
                <a:solidFill>
                  <a:srgbClr val="8A5B00"/>
                </a:solidFill>
              </a:defRPr>
            </a:lvl6pPr>
            <a:lvl7pPr algn="ctr">
              <a:defRPr sz="1125" b="1">
                <a:solidFill>
                  <a:srgbClr val="8A5B00"/>
                </a:solidFill>
              </a:defRPr>
            </a:lvl7pPr>
            <a:lvl8pPr algn="ctr">
              <a:defRPr sz="1125" b="1">
                <a:solidFill>
                  <a:srgbClr val="8A5B00"/>
                </a:solidFill>
              </a:defRPr>
            </a:lvl8pPr>
            <a:lvl9pPr algn="ctr">
              <a:defRPr sz="1125" b="1">
                <a:solidFill>
                  <a:srgbClr val="8A5B00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8A5B00"/>
                </a:solidFill>
              </a:defRPr>
            </a:pPr>
            <a:r>
              <a:rPr sz="1125" b="1">
                <a:solidFill>
                  <a:srgbClr val="8A5B00"/>
                </a:solidFill>
              </a:rPr>
              <a:t>NOISY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D0C76-A32B-42A9-8EED-FBBFC94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670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Wind added at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10 dB or 0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9819-769D-484B-A7F4-89778B9E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1E7A45"/>
                </a:solidFill>
              </a:defRPr>
            </a:defPPr>
            <a:lvl1pPr algn="ctr">
              <a:defRPr sz="1125" b="1">
                <a:solidFill>
                  <a:srgbClr val="1E7A45"/>
                </a:solidFill>
              </a:defRPr>
            </a:lvl1pPr>
            <a:lvl2pPr algn="ctr">
              <a:defRPr sz="1125" b="1">
                <a:solidFill>
                  <a:srgbClr val="1E7A45"/>
                </a:solidFill>
              </a:defRPr>
            </a:lvl2pPr>
            <a:lvl3pPr algn="ctr">
              <a:defRPr sz="1125" b="1">
                <a:solidFill>
                  <a:srgbClr val="1E7A45"/>
                </a:solidFill>
              </a:defRPr>
            </a:lvl3pPr>
            <a:lvl4pPr algn="ctr">
              <a:defRPr sz="1125" b="1">
                <a:solidFill>
                  <a:srgbClr val="1E7A45"/>
                </a:solidFill>
              </a:defRPr>
            </a:lvl4pPr>
            <a:lvl5pPr algn="ctr">
              <a:defRPr sz="1125" b="1">
                <a:solidFill>
                  <a:srgbClr val="1E7A45"/>
                </a:solidFill>
              </a:defRPr>
            </a:lvl5pPr>
            <a:lvl6pPr algn="ctr">
              <a:defRPr sz="1125" b="1">
                <a:solidFill>
                  <a:srgbClr val="1E7A45"/>
                </a:solidFill>
              </a:defRPr>
            </a:lvl6pPr>
            <a:lvl7pPr algn="ctr">
              <a:defRPr sz="1125" b="1">
                <a:solidFill>
                  <a:srgbClr val="1E7A45"/>
                </a:solidFill>
              </a:defRPr>
            </a:lvl7pPr>
            <a:lvl8pPr algn="ctr">
              <a:defRPr sz="1125" b="1">
                <a:solidFill>
                  <a:srgbClr val="1E7A45"/>
                </a:solidFill>
              </a:defRPr>
            </a:lvl8pPr>
            <a:lvl9pPr algn="ctr">
              <a:defRPr sz="1125" b="1">
                <a:solidFill>
                  <a:srgbClr val="1E7A45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E7A45"/>
                </a:solidFill>
              </a:defRPr>
            </a:pPr>
            <a:r>
              <a:rPr sz="1125" b="1">
                <a:solidFill>
                  <a:srgbClr val="1E7A45"/>
                </a:solidFill>
              </a:rPr>
              <a:t>ENHANCED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D760E-B790-46F6-8110-B5996644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  <a:lvl1pPr algn="ctr">
              <a:defRPr sz="1650" b="1">
                <a:solidFill>
                  <a:srgbClr val="102A43"/>
                </a:solidFill>
              </a:defRPr>
            </a:lvl1pPr>
            <a:lvl2pPr algn="ctr">
              <a:defRPr sz="1650" b="1">
                <a:solidFill>
                  <a:srgbClr val="102A43"/>
                </a:solidFill>
              </a:defRPr>
            </a:lvl2pPr>
            <a:lvl3pPr algn="ctr">
              <a:defRPr sz="1650" b="1">
                <a:solidFill>
                  <a:srgbClr val="102A43"/>
                </a:solidFill>
              </a:defRPr>
            </a:lvl3pPr>
            <a:lvl4pPr algn="ctr">
              <a:defRPr sz="1650" b="1">
                <a:solidFill>
                  <a:srgbClr val="102A43"/>
                </a:solidFill>
              </a:defRPr>
            </a:lvl4pPr>
            <a:lvl5pPr algn="ctr">
              <a:defRPr sz="1650" b="1">
                <a:solidFill>
                  <a:srgbClr val="102A43"/>
                </a:solidFill>
              </a:defRPr>
            </a:lvl5pPr>
            <a:lvl6pPr algn="ctr">
              <a:defRPr sz="1650" b="1">
                <a:solidFill>
                  <a:srgbClr val="102A43"/>
                </a:solidFill>
              </a:defRPr>
            </a:lvl6pPr>
            <a:lvl7pPr algn="ctr">
              <a:defRPr sz="1650" b="1">
                <a:solidFill>
                  <a:srgbClr val="102A43"/>
                </a:solidFill>
              </a:defRPr>
            </a:lvl7pPr>
            <a:lvl8pPr algn="ctr">
              <a:defRPr sz="1650" b="1">
                <a:solidFill>
                  <a:srgbClr val="102A43"/>
                </a:solidFill>
              </a:defRPr>
            </a:lvl8pPr>
            <a:lvl9pPr algn="ctr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Oracle spectral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subtraction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E4878-FC81-40A6-A856-305F8413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952625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5FF60-D607-4CFA-82F2-F02FAC93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860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EB5757"/>
                </a:solidFill>
              </a:defRPr>
            </a:defPPr>
            <a:lvl1pPr algn="ctr">
              <a:defRPr sz="1125" b="1">
                <a:solidFill>
                  <a:srgbClr val="EB5757"/>
                </a:solidFill>
              </a:defRPr>
            </a:lvl1pPr>
            <a:lvl2pPr algn="ctr">
              <a:defRPr sz="1125" b="1">
                <a:solidFill>
                  <a:srgbClr val="EB5757"/>
                </a:solidFill>
              </a:defRPr>
            </a:lvl2pPr>
            <a:lvl3pPr algn="ctr">
              <a:defRPr sz="1125" b="1">
                <a:solidFill>
                  <a:srgbClr val="EB5757"/>
                </a:solidFill>
              </a:defRPr>
            </a:lvl3pPr>
            <a:lvl4pPr algn="ctr">
              <a:defRPr sz="1125" b="1">
                <a:solidFill>
                  <a:srgbClr val="EB5757"/>
                </a:solidFill>
              </a:defRPr>
            </a:lvl4pPr>
            <a:lvl5pPr algn="ctr">
              <a:defRPr sz="1125" b="1">
                <a:solidFill>
                  <a:srgbClr val="EB5757"/>
                </a:solidFill>
              </a:defRPr>
            </a:lvl5pPr>
            <a:lvl6pPr algn="ctr">
              <a:defRPr sz="1125" b="1">
                <a:solidFill>
                  <a:srgbClr val="EB5757"/>
                </a:solidFill>
              </a:defRPr>
            </a:lvl6pPr>
            <a:lvl7pPr algn="ctr">
              <a:defRPr sz="1125" b="1">
                <a:solidFill>
                  <a:srgbClr val="EB5757"/>
                </a:solidFill>
              </a:defRPr>
            </a:lvl7pPr>
            <a:lvl8pPr algn="ctr">
              <a:defRPr sz="1125" b="1">
                <a:solidFill>
                  <a:srgbClr val="EB5757"/>
                </a:solidFill>
              </a:defRPr>
            </a:lvl8pPr>
            <a:lvl9pPr algn="ctr">
              <a:defRPr sz="1125" b="1">
                <a:solidFill>
                  <a:srgbClr val="EB5757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EB5757"/>
                </a:solidFill>
              </a:defRPr>
            </a:pPr>
            <a:r>
              <a:rPr sz="1125" b="1">
                <a:solidFill>
                  <a:srgbClr val="EB5757"/>
                </a:solidFill>
              </a:rPr>
              <a:t>SAFETY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E9D67-1617-4339-9F7A-E18F5F72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  <a:lvl1pPr algn="ctr">
              <a:defRPr sz="1650" b="1">
                <a:solidFill>
                  <a:srgbClr val="102A43"/>
                </a:solidFill>
              </a:defRPr>
            </a:lvl1pPr>
            <a:lvl2pPr algn="ctr">
              <a:defRPr sz="1650" b="1">
                <a:solidFill>
                  <a:srgbClr val="102A43"/>
                </a:solidFill>
              </a:defRPr>
            </a:lvl2pPr>
            <a:lvl3pPr algn="ctr">
              <a:defRPr sz="1650" b="1">
                <a:solidFill>
                  <a:srgbClr val="102A43"/>
                </a:solidFill>
              </a:defRPr>
            </a:lvl3pPr>
            <a:lvl4pPr algn="ctr">
              <a:defRPr sz="1650" b="1">
                <a:solidFill>
                  <a:srgbClr val="102A43"/>
                </a:solidFill>
              </a:defRPr>
            </a:lvl4pPr>
            <a:lvl5pPr algn="ctr">
              <a:defRPr sz="1650" b="1">
                <a:solidFill>
                  <a:srgbClr val="102A43"/>
                </a:solidFill>
              </a:defRPr>
            </a:lvl5pPr>
            <a:lvl6pPr algn="ctr">
              <a:defRPr sz="1650" b="1">
                <a:solidFill>
                  <a:srgbClr val="102A43"/>
                </a:solidFill>
              </a:defRPr>
            </a:lvl6pPr>
            <a:lvl7pPr algn="ctr">
              <a:defRPr sz="1650" b="1">
                <a:solidFill>
                  <a:srgbClr val="102A43"/>
                </a:solidFill>
              </a:defRPr>
            </a:lvl7pPr>
            <a:lvl8pPr algn="ctr">
              <a:defRPr sz="1650" b="1">
                <a:solidFill>
                  <a:srgbClr val="102A43"/>
                </a:solidFill>
              </a:defRPr>
            </a:lvl8pPr>
            <a:lvl9pPr algn="ctr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Enhance the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original clip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5E8BD-B280-4321-B833-6DE5349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906125" cy="148590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292C3-291F-4585-8EA1-A46FA178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>
                <a:solidFill>
                  <a:srgbClr val="56CCF2"/>
                </a:solidFill>
              </a:defRPr>
            </a:defPPr>
            <a:lvl1pPr algn="l">
              <a:defRPr sz="1050" b="1">
                <a:solidFill>
                  <a:srgbClr val="56CCF2"/>
                </a:solidFill>
              </a:defRPr>
            </a:lvl1pPr>
            <a:lvl2pPr algn="l">
              <a:defRPr sz="1050" b="1">
                <a:solidFill>
                  <a:srgbClr val="56CCF2"/>
                </a:solidFill>
              </a:defRPr>
            </a:lvl2pPr>
            <a:lvl3pPr algn="l">
              <a:defRPr sz="1050" b="1">
                <a:solidFill>
                  <a:srgbClr val="56CCF2"/>
                </a:solidFill>
              </a:defRPr>
            </a:lvl3pPr>
            <a:lvl4pPr algn="l">
              <a:defRPr sz="1050" b="1">
                <a:solidFill>
                  <a:srgbClr val="56CCF2"/>
                </a:solidFill>
              </a:defRPr>
            </a:lvl4pPr>
            <a:lvl5pPr algn="l">
              <a:defRPr sz="1050" b="1">
                <a:solidFill>
                  <a:srgbClr val="56CCF2"/>
                </a:solidFill>
              </a:defRPr>
            </a:lvl5pPr>
            <a:lvl6pPr algn="l">
              <a:defRPr sz="1050" b="1">
                <a:solidFill>
                  <a:srgbClr val="56CCF2"/>
                </a:solidFill>
              </a:defRPr>
            </a:lvl6pPr>
            <a:lvl7pPr algn="l">
              <a:defRPr sz="1050" b="1">
                <a:solidFill>
                  <a:srgbClr val="56CCF2"/>
                </a:solidFill>
              </a:defRPr>
            </a:lvl7pPr>
            <a:lvl8pPr algn="l">
              <a:defRPr sz="1050" b="1">
                <a:solidFill>
                  <a:srgbClr val="56CCF2"/>
                </a:solidFill>
              </a:defRPr>
            </a:lvl8pPr>
            <a:lvl9pPr algn="l">
              <a:defRPr sz="1050" b="1">
                <a:solidFill>
                  <a:srgbClr val="56CCF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CF2"/>
                </a:solidFill>
              </a:defRPr>
            </a:pPr>
            <a:r>
              <a:rPr sz="1050" b="1">
                <a:solidFill>
                  <a:srgbClr val="56CCF2"/>
                </a:solidFill>
              </a:rPr>
              <a:t>WEEK 2 SMOKE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0849F-B4BA-472B-8ED9-45B82176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10.0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53D71-B127-48DB-9372-44A6A5A5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9E2EC"/>
                </a:solidFill>
              </a:defRPr>
            </a:defPPr>
            <a:lvl1pPr algn="l">
              <a:defRPr sz="1125" b="0">
                <a:solidFill>
                  <a:srgbClr val="D9E2EC"/>
                </a:solidFill>
              </a:defRPr>
            </a:lvl1pPr>
            <a:lvl2pPr algn="l">
              <a:defRPr sz="1125" b="0">
                <a:solidFill>
                  <a:srgbClr val="D9E2EC"/>
                </a:solidFill>
              </a:defRPr>
            </a:lvl2pPr>
            <a:lvl3pPr algn="l">
              <a:defRPr sz="1125" b="0">
                <a:solidFill>
                  <a:srgbClr val="D9E2EC"/>
                </a:solidFill>
              </a:defRPr>
            </a:lvl3pPr>
            <a:lvl4pPr algn="l">
              <a:defRPr sz="1125" b="0">
                <a:solidFill>
                  <a:srgbClr val="D9E2EC"/>
                </a:solidFill>
              </a:defRPr>
            </a:lvl4pPr>
            <a:lvl5pPr algn="l">
              <a:defRPr sz="1125" b="0">
                <a:solidFill>
                  <a:srgbClr val="D9E2EC"/>
                </a:solidFill>
              </a:defRPr>
            </a:lvl5pPr>
            <a:lvl6pPr algn="l">
              <a:defRPr sz="1125" b="0">
                <a:solidFill>
                  <a:srgbClr val="D9E2EC"/>
                </a:solidFill>
              </a:defRPr>
            </a:lvl6pPr>
            <a:lvl7pPr algn="l">
              <a:defRPr sz="1125" b="0">
                <a:solidFill>
                  <a:srgbClr val="D9E2EC"/>
                </a:solidFill>
              </a:defRPr>
            </a:lvl7pPr>
            <a:lvl8pPr algn="l">
              <a:defRPr sz="1125" b="0">
                <a:solidFill>
                  <a:srgbClr val="D9E2EC"/>
                </a:solidFill>
              </a:defRPr>
            </a:lvl8pPr>
            <a:lvl9pPr algn="l">
              <a:defRPr sz="11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9E2EC"/>
                </a:solidFill>
              </a:defRPr>
            </a:pPr>
            <a:r>
              <a:rPr sz="1125" b="0">
                <a:solidFill>
                  <a:srgbClr val="D9E2EC"/>
                </a:solidFill>
              </a:rPr>
              <a:t>measured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3E665-36F8-4645-9FDF-D50962BE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0.0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913AA-62A9-480B-8B71-FE24AF18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9E2EC"/>
                </a:solidFill>
              </a:defRPr>
            </a:defPPr>
            <a:lvl1pPr algn="l">
              <a:defRPr sz="1125" b="0">
                <a:solidFill>
                  <a:srgbClr val="D9E2EC"/>
                </a:solidFill>
              </a:defRPr>
            </a:lvl1pPr>
            <a:lvl2pPr algn="l">
              <a:defRPr sz="1125" b="0">
                <a:solidFill>
                  <a:srgbClr val="D9E2EC"/>
                </a:solidFill>
              </a:defRPr>
            </a:lvl2pPr>
            <a:lvl3pPr algn="l">
              <a:defRPr sz="1125" b="0">
                <a:solidFill>
                  <a:srgbClr val="D9E2EC"/>
                </a:solidFill>
              </a:defRPr>
            </a:lvl3pPr>
            <a:lvl4pPr algn="l">
              <a:defRPr sz="1125" b="0">
                <a:solidFill>
                  <a:srgbClr val="D9E2EC"/>
                </a:solidFill>
              </a:defRPr>
            </a:lvl4pPr>
            <a:lvl5pPr algn="l">
              <a:defRPr sz="1125" b="0">
                <a:solidFill>
                  <a:srgbClr val="D9E2EC"/>
                </a:solidFill>
              </a:defRPr>
            </a:lvl5pPr>
            <a:lvl6pPr algn="l">
              <a:defRPr sz="1125" b="0">
                <a:solidFill>
                  <a:srgbClr val="D9E2EC"/>
                </a:solidFill>
              </a:defRPr>
            </a:lvl6pPr>
            <a:lvl7pPr algn="l">
              <a:defRPr sz="1125" b="0">
                <a:solidFill>
                  <a:srgbClr val="D9E2EC"/>
                </a:solidFill>
              </a:defRPr>
            </a:lvl7pPr>
            <a:lvl8pPr algn="l">
              <a:defRPr sz="1125" b="0">
                <a:solidFill>
                  <a:srgbClr val="D9E2EC"/>
                </a:solidFill>
              </a:defRPr>
            </a:lvl8pPr>
            <a:lvl9pPr algn="l">
              <a:defRPr sz="11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9E2EC"/>
                </a:solidFill>
              </a:defRPr>
            </a:pPr>
            <a:r>
              <a:rPr sz="1125" b="0">
                <a:solidFill>
                  <a:srgbClr val="D9E2EC"/>
                </a:solidFill>
              </a:rPr>
              <a:t>measured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0A83E-3F10-4D20-8237-7A640A15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530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 conditions each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52078-E5FD-4A3B-AC56-AB7967C4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16 kHz · 16,384 samples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EF0E4-9DFD-46AF-8FC8-31D71DF4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" b="0">
                <a:solidFill>
                  <a:srgbClr val="627D98"/>
                </a:solidFill>
              </a:defRPr>
            </a:defPPr>
            <a:lvl1pPr algn="l">
              <a:defRPr sz="750" b="0">
                <a:solidFill>
                  <a:srgbClr val="627D98"/>
                </a:solidFill>
              </a:defRPr>
            </a:lvl1pPr>
            <a:lvl2pPr algn="l">
              <a:defRPr sz="750" b="0">
                <a:solidFill>
                  <a:srgbClr val="627D98"/>
                </a:solidFill>
              </a:defRPr>
            </a:lvl2pPr>
            <a:lvl3pPr algn="l">
              <a:defRPr sz="750" b="0">
                <a:solidFill>
                  <a:srgbClr val="627D98"/>
                </a:solidFill>
              </a:defRPr>
            </a:lvl3pPr>
            <a:lvl4pPr algn="l">
              <a:defRPr sz="750" b="0">
                <a:solidFill>
                  <a:srgbClr val="627D98"/>
                </a:solidFill>
              </a:defRPr>
            </a:lvl4pPr>
            <a:lvl5pPr algn="l">
              <a:defRPr sz="750" b="0">
                <a:solidFill>
                  <a:srgbClr val="627D98"/>
                </a:solidFill>
              </a:defRPr>
            </a:lvl5pPr>
            <a:lvl6pPr algn="l">
              <a:defRPr sz="750" b="0">
                <a:solidFill>
                  <a:srgbClr val="627D98"/>
                </a:solidFill>
              </a:defRPr>
            </a:lvl6pPr>
            <a:lvl7pPr algn="l">
              <a:defRPr sz="750" b="0">
                <a:solidFill>
                  <a:srgbClr val="627D98"/>
                </a:solidFill>
              </a:defRPr>
            </a:lvl7pPr>
            <a:lvl8pPr algn="l">
              <a:defRPr sz="750" b="0">
                <a:solidFill>
                  <a:srgbClr val="627D98"/>
                </a:solidFill>
              </a:defRPr>
            </a:lvl8pPr>
            <a:lvl9pPr algn="l">
              <a:defRPr sz="7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Noise: ESC-50 wind clip 1-137296-A-16.wav, CC BY-NC 3.0; source attribution recorded in results/week2_data_audit.md</a:t>
            </a:r>
          </a:p>
        </p:txBody>
      </p:sp>
    </p:spTree>
    <p:extLst>
      <p:ext uri="{BB962C8B-B14F-4D97-AF65-F5344CB8AC3E}">
        <p14:creationId xmlns:p14="http://schemas.microsoft.com/office/powerpoint/2010/main" val="1788226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2026-10-19T02:39:28.7610000Z</dcterms:created>
  <dcterms:modified xsi:type="dcterms:W3CDTF">2026-10-19T02:39:28.7610000Z</dcterms:modified>
</coreProperties>
</file>